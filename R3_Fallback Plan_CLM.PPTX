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5"/>
  </p:sldMasterIdLst>
  <p:notesMasterIdLst>
    <p:notesMasterId r:id="rId13"/>
  </p:notesMasterIdLst>
  <p:handoutMasterIdLst>
    <p:handoutMasterId r:id="rId14"/>
  </p:handoutMasterIdLst>
  <p:sldIdLst>
    <p:sldId id="256" r:id="rId6"/>
    <p:sldId id="287" r:id="rId7"/>
    <p:sldId id="293" r:id="rId8"/>
    <p:sldId id="294" r:id="rId9"/>
    <p:sldId id="295" r:id="rId10"/>
    <p:sldId id="296" r:id="rId11"/>
    <p:sldId id="297" r:id="rId12"/>
  </p:sldIdLst>
  <p:sldSz cx="12190413" cy="6858000"/>
  <p:notesSz cx="6858000" cy="9144000"/>
  <p:embeddedFontLst>
    <p:embeddedFont>
      <p:font typeface="ABBvoiceOffice" panose="020B0604020202020204" charset="0"/>
      <p:regular r:id="rId15"/>
      <p:bold r:id="rId16"/>
    </p:embeddedFont>
  </p:embeddedFontLst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Styl jasny 1 — Ak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 jasny 3 — Ak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73F8A54-F971-430D-9108-034FE38666EA}" styleName="ABB Default Table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0" cmpd="sng">
              <a:solidFill>
                <a:schemeClr val="dk1"/>
              </a:solidFill>
            </a:ln>
          </a:bottom>
          <a:insideH>
            <a:ln w="75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hemeClr val="dk1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ff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5000" cmpd="sng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3899" autoAdjust="0"/>
  </p:normalViewPr>
  <p:slideViewPr>
    <p:cSldViewPr snapToGrid="0" snapToObjects="1" showGuides="1">
      <p:cViewPr varScale="1">
        <p:scale>
          <a:sx n="68" d="100"/>
          <a:sy n="68" d="100"/>
        </p:scale>
        <p:origin x="85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-3804" y="-7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490A3-8906-4C15-BA06-29841194A30F}" type="datetimeFigureOut">
              <a:rPr lang="en-US" smtClean="0"/>
              <a:t>9/4/2018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BD733-F72C-4484-8056-9C6167F848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611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B1A6A-6BBE-4409-8C9E-DA0703379151}" type="datetimeFigureOut">
              <a:rPr lang="en-US" smtClean="0"/>
              <a:t>9/4/2018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-373063" y="685800"/>
            <a:ext cx="6092826" cy="3429000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383822" y="4343400"/>
            <a:ext cx="609035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4E69C-C28A-4BE6-BE89-71D8FB2035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8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buFont typeface="ABBvoiceOffice" panose="020D06030205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12190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77167" y="4539037"/>
            <a:ext cx="11629504" cy="147520"/>
          </a:xfrm>
        </p:spPr>
        <p:txBody>
          <a:bodyPr lIns="0" tIns="0" rIns="0" bIns="0" anchor="b"/>
          <a:lstStyle>
            <a:lvl1pPr marL="1588" indent="0">
              <a:buFont typeface="Arial" panose="020B0604020202020204" pitchFamily="34" charset="0"/>
              <a:buNone/>
              <a:defRPr sz="1400" cap="all" baseline="0"/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77166" y="4724365"/>
            <a:ext cx="11629504" cy="59240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277167" y="5449618"/>
            <a:ext cx="11629504" cy="287188"/>
          </a:xfrm>
        </p:spPr>
        <p:txBody>
          <a:bodyPr lIns="0" tIns="0" rIns="0" bIns="0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77167" y="6094136"/>
            <a:ext cx="11629504" cy="216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1F7BD2C3-4265-4E29-AAEA-54890CFB4547}" type="datetime4">
              <a:rPr lang="en-US" smtClean="0"/>
              <a:t>September 4,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7585" y="361851"/>
            <a:ext cx="896803" cy="350784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 bwMode="gray">
          <a:xfrm>
            <a:off x="279400" y="519805"/>
            <a:ext cx="327600" cy="3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73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ver - option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7585" y="361851"/>
            <a:ext cx="896803" cy="350784"/>
          </a:xfrm>
          <a:prstGeom prst="rect">
            <a:avLst/>
          </a:prstGeom>
        </p:spPr>
      </p:pic>
      <p:sp>
        <p:nvSpPr>
          <p:cNvPr id="19" name="Text Placeholder 1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77167" y="4539037"/>
            <a:ext cx="11629504" cy="147520"/>
          </a:xfrm>
        </p:spPr>
        <p:txBody>
          <a:bodyPr lIns="0" tIns="0" rIns="0" bIns="0" anchor="b"/>
          <a:lstStyle>
            <a:lvl1pPr marL="1588" indent="0">
              <a:buFont typeface="Arial" panose="020B0604020202020204" pitchFamily="34" charset="0"/>
              <a:buNone/>
              <a:defRPr sz="1400" cap="all" baseline="0"/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277166" y="4724365"/>
            <a:ext cx="11629504" cy="59240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gray">
          <a:xfrm>
            <a:off x="277167" y="5449618"/>
            <a:ext cx="11629504" cy="287188"/>
          </a:xfrm>
        </p:spPr>
        <p:txBody>
          <a:bodyPr lIns="0" tIns="0" rIns="0" bIns="0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77167" y="6094136"/>
            <a:ext cx="11629504" cy="216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75542" y="1819425"/>
            <a:ext cx="11630692" cy="4093946"/>
          </a:xfrm>
        </p:spPr>
        <p:txBody>
          <a:bodyPr/>
          <a:lstStyle>
            <a:lvl1pPr>
              <a:spcBef>
                <a:spcPts val="900"/>
              </a:spcBef>
              <a:defRPr sz="2000"/>
            </a:lvl1pPr>
            <a:lvl2pPr marL="0" indent="0">
              <a:spcBef>
                <a:spcPts val="900"/>
              </a:spcBef>
              <a:buNone/>
              <a:defRPr sz="2000">
                <a:solidFill>
                  <a:schemeClr val="accent4"/>
                </a:solidFill>
              </a:defRPr>
            </a:lvl2pPr>
            <a:lvl3pPr marL="252000" indent="-252000">
              <a:spcBef>
                <a:spcPts val="900"/>
              </a:spcBef>
              <a:buFont typeface="Symbol" panose="05050102010706020507" pitchFamily="18" charset="2"/>
              <a:buChar char="-"/>
              <a:defRPr sz="2000">
                <a:solidFill>
                  <a:schemeClr val="accent4"/>
                </a:solidFill>
              </a:defRPr>
            </a:lvl3pPr>
            <a:lvl4pPr marL="252000" indent="-252000">
              <a:spcBef>
                <a:spcPts val="900"/>
              </a:spcBef>
              <a:buFont typeface="Symbol" panose="05050102010706020507" pitchFamily="18" charset="2"/>
              <a:buChar char="-"/>
              <a:defRPr sz="2000">
                <a:solidFill>
                  <a:schemeClr val="accent4"/>
                </a:solidFill>
              </a:defRPr>
            </a:lvl4pPr>
            <a:lvl5pPr marL="252000" indent="-252000">
              <a:spcBef>
                <a:spcPts val="900"/>
              </a:spcBef>
              <a:buFont typeface="Symbol" panose="05050102010706020507" pitchFamily="18" charset="2"/>
              <a:buChar char="-"/>
              <a:defRPr sz="2000">
                <a:solidFill>
                  <a:schemeClr val="accent4"/>
                </a:solidFill>
              </a:defRPr>
            </a:lvl5pPr>
            <a:lvl6pPr marL="252000" indent="-252000">
              <a:spcBef>
                <a:spcPts val="900"/>
              </a:spcBef>
              <a:buFont typeface="Symbol" panose="05050102010706020507" pitchFamily="18" charset="2"/>
              <a:buChar char="-"/>
              <a:defRPr sz="2000">
                <a:solidFill>
                  <a:schemeClr val="accent4"/>
                </a:solidFill>
              </a:defRPr>
            </a:lvl6pPr>
            <a:lvl7pPr marL="252000" indent="-252000">
              <a:spcBef>
                <a:spcPts val="900"/>
              </a:spcBef>
              <a:buFont typeface="Symbol" panose="05050102010706020507" pitchFamily="18" charset="2"/>
              <a:buChar char="-"/>
              <a:defRPr sz="2000">
                <a:solidFill>
                  <a:schemeClr val="accent4"/>
                </a:solidFill>
              </a:defRPr>
            </a:lvl7pPr>
            <a:lvl8pPr marL="252000" indent="-252000">
              <a:spcBef>
                <a:spcPts val="900"/>
              </a:spcBef>
              <a:buFont typeface="Symbol" panose="05050102010706020507" pitchFamily="18" charset="2"/>
              <a:buChar char="-"/>
              <a:defRPr sz="2000">
                <a:solidFill>
                  <a:schemeClr val="accent4"/>
                </a:solidFill>
              </a:defRPr>
            </a:lvl8pPr>
            <a:lvl9pPr marL="252000" indent="-252000">
              <a:spcBef>
                <a:spcPts val="900"/>
              </a:spcBef>
              <a:buFont typeface="Symbol" panose="05050102010706020507" pitchFamily="18" charset="2"/>
              <a:buChar char="-"/>
              <a:defRPr sz="200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E3EF050F-B85E-4E30-B69F-9970B4AED387}" type="datetime4">
              <a:rPr lang="en-US" smtClean="0"/>
              <a:t>September 4, 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477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 bwMode="gray">
          <a:xfrm>
            <a:off x="277019" y="1816571"/>
            <a:ext cx="11629215" cy="40968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3"/>
          </p:nvPr>
        </p:nvSpPr>
        <p:spPr bwMode="gray">
          <a:xfrm>
            <a:off x="279400" y="1120928"/>
            <a:ext cx="11626834" cy="504000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F0F7C878-2F48-47C1-A60E-F6C764D931DE}" type="datetime4">
              <a:rPr lang="en-US" smtClean="0"/>
              <a:t>September 4, 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79400" y="622789"/>
            <a:ext cx="11626834" cy="4108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842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3"/>
          </p:nvPr>
        </p:nvSpPr>
        <p:spPr bwMode="gray">
          <a:xfrm>
            <a:off x="279400" y="1120928"/>
            <a:ext cx="11626834" cy="504000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04723B6-2C37-4C03-92C2-AA6C4A469955}" type="datetime4">
              <a:rPr lang="en-US" smtClean="0"/>
              <a:t>September 4, 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46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7675" y="4430714"/>
            <a:ext cx="3838501" cy="149251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gray">
          <a:xfrm>
            <a:off x="279400" y="459581"/>
            <a:ext cx="820800" cy="9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1A2D5558-364E-49CF-BD1C-98EA466A7C24}" type="datetime4">
              <a:rPr lang="en-US" smtClean="0"/>
              <a:t>September 4, 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79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 two pictures besid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1902584" cy="1127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968243" y="1592264"/>
            <a:ext cx="4031727" cy="2232025"/>
          </a:xfrm>
        </p:spPr>
        <p:txBody>
          <a:bodyPr/>
          <a:lstStyle>
            <a:lvl1pPr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1"/>
          </p:nvPr>
        </p:nvSpPr>
        <p:spPr>
          <a:xfrm>
            <a:off x="1968243" y="3968751"/>
            <a:ext cx="4031727" cy="2232025"/>
          </a:xfrm>
        </p:spPr>
        <p:txBody>
          <a:bodyPr/>
          <a:lstStyle>
            <a:lvl1pPr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2"/>
          </p:nvPr>
        </p:nvSpPr>
        <p:spPr>
          <a:xfrm>
            <a:off x="6194677" y="1592263"/>
            <a:ext cx="4027493" cy="46085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Inhaltsplatzhalter 3"/>
          <p:cNvSpPr>
            <a:spLocks noGrp="1"/>
          </p:cNvSpPr>
          <p:nvPr>
            <p:ph sz="half" idx="14"/>
          </p:nvPr>
        </p:nvSpPr>
        <p:spPr>
          <a:xfrm>
            <a:off x="287830" y="1592263"/>
            <a:ext cx="1487824" cy="4608512"/>
          </a:xfrm>
        </p:spPr>
        <p:txBody>
          <a:bodyPr tIns="36000" spcCol="396000">
            <a:noAutofit/>
          </a:bodyPr>
          <a:lstStyle>
            <a:lvl1pPr marL="0" indent="0">
              <a:buClr>
                <a:schemeClr val="accent2"/>
              </a:buClr>
              <a:buFont typeface="+mj-lt"/>
              <a:buNone/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0" y="660364"/>
            <a:ext cx="12190413" cy="467099"/>
          </a:xfrm>
        </p:spPr>
        <p:txBody>
          <a:bodyPr lIns="187200" rIns="216000" rtlCol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de-DE" sz="2800" kern="1200" dirty="0" smtClean="0">
                <a:solidFill>
                  <a:schemeClr val="accent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433289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3849" y="6397296"/>
            <a:ext cx="504523" cy="19500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2440941" y="6207919"/>
            <a:ext cx="8599905" cy="5905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0" indent="0">
              <a:defRPr sz="1000">
                <a:solidFill>
                  <a:schemeClr val="accent4"/>
                </a:solidFill>
              </a:defRPr>
            </a:lvl2pPr>
            <a:lvl3pPr marL="0" indent="0">
              <a:defRPr sz="1000">
                <a:solidFill>
                  <a:schemeClr val="accent4"/>
                </a:solidFill>
              </a:defRPr>
            </a:lvl3pPr>
            <a:lvl4pPr marL="0" indent="0">
              <a:defRPr sz="1000">
                <a:solidFill>
                  <a:schemeClr val="accent4"/>
                </a:solidFill>
              </a:defRPr>
            </a:lvl4pPr>
            <a:lvl5pPr marL="0" indent="0">
              <a:defRPr sz="1000">
                <a:solidFill>
                  <a:schemeClr val="accent4"/>
                </a:solidFill>
              </a:defRPr>
            </a:lvl5pPr>
            <a:lvl6pPr marL="0" indent="0">
              <a:defRPr sz="1000">
                <a:solidFill>
                  <a:schemeClr val="accent4"/>
                </a:solidFill>
              </a:defRPr>
            </a:lvl6pPr>
            <a:lvl7pPr marL="0" indent="0">
              <a:defRPr sz="1000">
                <a:solidFill>
                  <a:schemeClr val="accent4"/>
                </a:solidFill>
              </a:defRPr>
            </a:lvl7pPr>
            <a:lvl8pPr marL="0" indent="0">
              <a:defRPr sz="1000">
                <a:solidFill>
                  <a:schemeClr val="accent4"/>
                </a:solidFill>
              </a:defRPr>
            </a:lvl8pPr>
            <a:lvl9pPr marL="0" indent="0">
              <a:defRPr sz="1000">
                <a:solidFill>
                  <a:schemeClr val="accent4"/>
                </a:solidFill>
              </a:defRPr>
            </a:lvl9pPr>
          </a:lstStyle>
          <a:p>
            <a:pPr lvl="8"/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273808" y="6489341"/>
            <a:ext cx="1162800" cy="11819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4"/>
                </a:solidFill>
              </a:defRPr>
            </a:lvl1pPr>
            <a:lvl2pPr marL="0" indent="0">
              <a:defRPr sz="1000">
                <a:solidFill>
                  <a:schemeClr val="accent4"/>
                </a:solidFill>
              </a:defRPr>
            </a:lvl2pPr>
            <a:lvl3pPr marL="0" indent="0">
              <a:defRPr sz="1000">
                <a:solidFill>
                  <a:schemeClr val="accent4"/>
                </a:solidFill>
              </a:defRPr>
            </a:lvl3pPr>
            <a:lvl4pPr marL="0" indent="0">
              <a:defRPr sz="1000">
                <a:solidFill>
                  <a:schemeClr val="accent4"/>
                </a:solidFill>
              </a:defRPr>
            </a:lvl4pPr>
            <a:lvl5pPr marL="0" indent="0">
              <a:defRPr sz="1000">
                <a:solidFill>
                  <a:schemeClr val="accent4"/>
                </a:solidFill>
              </a:defRPr>
            </a:lvl5pPr>
            <a:lvl6pPr marL="0" indent="0">
              <a:defRPr sz="1000">
                <a:solidFill>
                  <a:schemeClr val="accent4"/>
                </a:solidFill>
              </a:defRPr>
            </a:lvl6pPr>
            <a:lvl7pPr marL="0" indent="0">
              <a:defRPr sz="1000">
                <a:solidFill>
                  <a:schemeClr val="accent4"/>
                </a:solidFill>
              </a:defRPr>
            </a:lvl7pPr>
            <a:lvl8pPr marL="0" indent="0">
              <a:defRPr sz="1000">
                <a:solidFill>
                  <a:schemeClr val="accent4"/>
                </a:solidFill>
              </a:defRPr>
            </a:lvl8pPr>
            <a:lvl9pPr marL="0" indent="0">
              <a:defRPr sz="1000">
                <a:solidFill>
                  <a:schemeClr val="accent4"/>
                </a:solidFill>
              </a:defRPr>
            </a:lvl9pPr>
          </a:lstStyle>
          <a:p>
            <a:fld id="{CD1A06C5-A2CA-46BC-B3AE-AF5C4D0BE255}" type="datetime4">
              <a:rPr lang="en-US" smtClean="0"/>
              <a:t>September 4, 2018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77019" y="1816571"/>
            <a:ext cx="11629133" cy="409680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79400" y="622789"/>
            <a:ext cx="11626834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739366" y="6473853"/>
            <a:ext cx="676800" cy="1327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>
                <a:solidFill>
                  <a:schemeClr val="accent4"/>
                </a:solidFill>
              </a:defRPr>
            </a:lvl1pPr>
            <a:lvl2pPr marL="0" indent="0">
              <a:defRPr sz="1200">
                <a:solidFill>
                  <a:schemeClr val="accent4"/>
                </a:solidFill>
              </a:defRPr>
            </a:lvl2pPr>
            <a:lvl3pPr marL="0" indent="0">
              <a:defRPr sz="1200">
                <a:solidFill>
                  <a:schemeClr val="accent4"/>
                </a:solidFill>
              </a:defRPr>
            </a:lvl3pPr>
            <a:lvl4pPr marL="0" indent="0">
              <a:defRPr sz="1200">
                <a:solidFill>
                  <a:schemeClr val="accent4"/>
                </a:solidFill>
              </a:defRPr>
            </a:lvl4pPr>
            <a:lvl5pPr marL="0" indent="0">
              <a:defRPr sz="1200">
                <a:solidFill>
                  <a:schemeClr val="accent4"/>
                </a:solidFill>
              </a:defRPr>
            </a:lvl5pPr>
            <a:lvl6pPr marL="0" indent="0">
              <a:defRPr sz="1200">
                <a:solidFill>
                  <a:schemeClr val="accent4"/>
                </a:solidFill>
              </a:defRPr>
            </a:lvl6pPr>
            <a:lvl7pPr marL="0" indent="0">
              <a:defRPr sz="1200">
                <a:solidFill>
                  <a:schemeClr val="accent4"/>
                </a:solidFill>
              </a:defRPr>
            </a:lvl7pPr>
            <a:lvl8pPr marL="0" indent="0">
              <a:defRPr sz="1200">
                <a:solidFill>
                  <a:schemeClr val="accent4"/>
                </a:solidFill>
              </a:defRPr>
            </a:lvl8pPr>
            <a:lvl9pPr marL="0" indent="0">
              <a:defRPr sz="1200">
                <a:solidFill>
                  <a:schemeClr val="accent4"/>
                </a:solidFill>
              </a:defRPr>
            </a:lvl9pPr>
          </a:lstStyle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 userDrawn="1"/>
        </p:nvCxnSpPr>
        <p:spPr bwMode="gray">
          <a:xfrm>
            <a:off x="279400" y="6094413"/>
            <a:ext cx="1162675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 userDrawn="1"/>
        </p:nvSpPr>
        <p:spPr bwMode="gray">
          <a:xfrm>
            <a:off x="279400" y="519805"/>
            <a:ext cx="327600" cy="3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" name="Group 67"/>
          <p:cNvGrpSpPr/>
          <p:nvPr userDrawn="1"/>
        </p:nvGrpSpPr>
        <p:grpSpPr bwMode="gray">
          <a:xfrm>
            <a:off x="275713" y="6327549"/>
            <a:ext cx="337902" cy="88364"/>
            <a:chOff x="61913" y="5218113"/>
            <a:chExt cx="3138487" cy="820737"/>
          </a:xfrm>
          <a:solidFill>
            <a:schemeClr val="accent4"/>
          </a:solidFill>
        </p:grpSpPr>
        <p:sp>
          <p:nvSpPr>
            <p:cNvPr id="69" name="Freeform 16"/>
            <p:cNvSpPr>
              <a:spLocks noEditPoints="1"/>
            </p:cNvSpPr>
            <p:nvPr userDrawn="1"/>
          </p:nvSpPr>
          <p:spPr bwMode="gray">
            <a:xfrm>
              <a:off x="61913" y="5218113"/>
              <a:ext cx="828675" cy="820737"/>
            </a:xfrm>
            <a:custGeom>
              <a:avLst/>
              <a:gdLst>
                <a:gd name="T0" fmla="*/ 111 w 221"/>
                <a:gd name="T1" fmla="*/ 219 h 219"/>
                <a:gd name="T2" fmla="*/ 53 w 221"/>
                <a:gd name="T3" fmla="*/ 203 h 219"/>
                <a:gd name="T4" fmla="*/ 14 w 221"/>
                <a:gd name="T5" fmla="*/ 163 h 219"/>
                <a:gd name="T6" fmla="*/ 0 w 221"/>
                <a:gd name="T7" fmla="*/ 109 h 219"/>
                <a:gd name="T8" fmla="*/ 15 w 221"/>
                <a:gd name="T9" fmla="*/ 53 h 219"/>
                <a:gd name="T10" fmla="*/ 56 w 221"/>
                <a:gd name="T11" fmla="*/ 14 h 219"/>
                <a:gd name="T12" fmla="*/ 111 w 221"/>
                <a:gd name="T13" fmla="*/ 0 h 219"/>
                <a:gd name="T14" fmla="*/ 168 w 221"/>
                <a:gd name="T15" fmla="*/ 15 h 219"/>
                <a:gd name="T16" fmla="*/ 207 w 221"/>
                <a:gd name="T17" fmla="*/ 55 h 219"/>
                <a:gd name="T18" fmla="*/ 221 w 221"/>
                <a:gd name="T19" fmla="*/ 109 h 219"/>
                <a:gd name="T20" fmla="*/ 206 w 221"/>
                <a:gd name="T21" fmla="*/ 166 h 219"/>
                <a:gd name="T22" fmla="*/ 165 w 221"/>
                <a:gd name="T23" fmla="*/ 205 h 219"/>
                <a:gd name="T24" fmla="*/ 111 w 221"/>
                <a:gd name="T25" fmla="*/ 219 h 219"/>
                <a:gd name="T26" fmla="*/ 111 w 221"/>
                <a:gd name="T27" fmla="*/ 190 h 219"/>
                <a:gd name="T28" fmla="*/ 153 w 221"/>
                <a:gd name="T29" fmla="*/ 180 h 219"/>
                <a:gd name="T30" fmla="*/ 181 w 221"/>
                <a:gd name="T31" fmla="*/ 151 h 219"/>
                <a:gd name="T32" fmla="*/ 191 w 221"/>
                <a:gd name="T33" fmla="*/ 109 h 219"/>
                <a:gd name="T34" fmla="*/ 180 w 221"/>
                <a:gd name="T35" fmla="*/ 67 h 219"/>
                <a:gd name="T36" fmla="*/ 151 w 221"/>
                <a:gd name="T37" fmla="*/ 38 h 219"/>
                <a:gd name="T38" fmla="*/ 111 w 221"/>
                <a:gd name="T39" fmla="*/ 28 h 219"/>
                <a:gd name="T40" fmla="*/ 68 w 221"/>
                <a:gd name="T41" fmla="*/ 39 h 219"/>
                <a:gd name="T42" fmla="*/ 40 w 221"/>
                <a:gd name="T43" fmla="*/ 68 h 219"/>
                <a:gd name="T44" fmla="*/ 31 w 221"/>
                <a:gd name="T45" fmla="*/ 109 h 219"/>
                <a:gd name="T46" fmla="*/ 41 w 221"/>
                <a:gd name="T47" fmla="*/ 152 h 219"/>
                <a:gd name="T48" fmla="*/ 70 w 221"/>
                <a:gd name="T49" fmla="*/ 180 h 219"/>
                <a:gd name="T50" fmla="*/ 111 w 221"/>
                <a:gd name="T51" fmla="*/ 190 h 219"/>
                <a:gd name="T52" fmla="*/ 115 w 221"/>
                <a:gd name="T53" fmla="*/ 50 h 219"/>
                <a:gd name="T54" fmla="*/ 139 w 221"/>
                <a:gd name="T55" fmla="*/ 54 h 219"/>
                <a:gd name="T56" fmla="*/ 156 w 221"/>
                <a:gd name="T57" fmla="*/ 63 h 219"/>
                <a:gd name="T58" fmla="*/ 145 w 221"/>
                <a:gd name="T59" fmla="*/ 85 h 219"/>
                <a:gd name="T60" fmla="*/ 117 w 221"/>
                <a:gd name="T61" fmla="*/ 76 h 219"/>
                <a:gd name="T62" fmla="*/ 93 w 221"/>
                <a:gd name="T63" fmla="*/ 85 h 219"/>
                <a:gd name="T64" fmla="*/ 84 w 221"/>
                <a:gd name="T65" fmla="*/ 110 h 219"/>
                <a:gd name="T66" fmla="*/ 93 w 221"/>
                <a:gd name="T67" fmla="*/ 134 h 219"/>
                <a:gd name="T68" fmla="*/ 117 w 221"/>
                <a:gd name="T69" fmla="*/ 143 h 219"/>
                <a:gd name="T70" fmla="*/ 146 w 221"/>
                <a:gd name="T71" fmla="*/ 132 h 219"/>
                <a:gd name="T72" fmla="*/ 158 w 221"/>
                <a:gd name="T73" fmla="*/ 153 h 219"/>
                <a:gd name="T74" fmla="*/ 140 w 221"/>
                <a:gd name="T75" fmla="*/ 165 h 219"/>
                <a:gd name="T76" fmla="*/ 115 w 221"/>
                <a:gd name="T77" fmla="*/ 169 h 219"/>
                <a:gd name="T78" fmla="*/ 71 w 221"/>
                <a:gd name="T79" fmla="*/ 153 h 219"/>
                <a:gd name="T80" fmla="*/ 54 w 221"/>
                <a:gd name="T81" fmla="*/ 111 h 219"/>
                <a:gd name="T82" fmla="*/ 71 w 221"/>
                <a:gd name="T83" fmla="*/ 67 h 219"/>
                <a:gd name="T84" fmla="*/ 115 w 221"/>
                <a:gd name="T85" fmla="*/ 5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1" h="219">
                  <a:moveTo>
                    <a:pt x="111" y="219"/>
                  </a:moveTo>
                  <a:cubicBezTo>
                    <a:pt x="89" y="219"/>
                    <a:pt x="70" y="214"/>
                    <a:pt x="53" y="203"/>
                  </a:cubicBezTo>
                  <a:cubicBezTo>
                    <a:pt x="36" y="193"/>
                    <a:pt x="23" y="180"/>
                    <a:pt x="14" y="163"/>
                  </a:cubicBezTo>
                  <a:cubicBezTo>
                    <a:pt x="4" y="147"/>
                    <a:pt x="0" y="129"/>
                    <a:pt x="0" y="109"/>
                  </a:cubicBezTo>
                  <a:cubicBezTo>
                    <a:pt x="0" y="88"/>
                    <a:pt x="5" y="70"/>
                    <a:pt x="15" y="53"/>
                  </a:cubicBezTo>
                  <a:cubicBezTo>
                    <a:pt x="25" y="36"/>
                    <a:pt x="39" y="23"/>
                    <a:pt x="56" y="14"/>
                  </a:cubicBezTo>
                  <a:cubicBezTo>
                    <a:pt x="73" y="5"/>
                    <a:pt x="91" y="0"/>
                    <a:pt x="111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6"/>
                    <a:pt x="198" y="39"/>
                    <a:pt x="207" y="55"/>
                  </a:cubicBezTo>
                  <a:cubicBezTo>
                    <a:pt x="217" y="72"/>
                    <a:pt x="221" y="90"/>
                    <a:pt x="221" y="109"/>
                  </a:cubicBezTo>
                  <a:cubicBezTo>
                    <a:pt x="221" y="130"/>
                    <a:pt x="216" y="149"/>
                    <a:pt x="206" y="166"/>
                  </a:cubicBezTo>
                  <a:cubicBezTo>
                    <a:pt x="196" y="183"/>
                    <a:pt x="182" y="196"/>
                    <a:pt x="165" y="205"/>
                  </a:cubicBezTo>
                  <a:cubicBezTo>
                    <a:pt x="149" y="214"/>
                    <a:pt x="130" y="219"/>
                    <a:pt x="111" y="219"/>
                  </a:cubicBezTo>
                  <a:close/>
                  <a:moveTo>
                    <a:pt x="111" y="190"/>
                  </a:moveTo>
                  <a:cubicBezTo>
                    <a:pt x="127" y="190"/>
                    <a:pt x="141" y="187"/>
                    <a:pt x="153" y="180"/>
                  </a:cubicBezTo>
                  <a:cubicBezTo>
                    <a:pt x="165" y="173"/>
                    <a:pt x="174" y="163"/>
                    <a:pt x="181" y="151"/>
                  </a:cubicBezTo>
                  <a:cubicBezTo>
                    <a:pt x="187" y="139"/>
                    <a:pt x="191" y="125"/>
                    <a:pt x="191" y="109"/>
                  </a:cubicBezTo>
                  <a:cubicBezTo>
                    <a:pt x="191" y="93"/>
                    <a:pt x="187" y="79"/>
                    <a:pt x="180" y="67"/>
                  </a:cubicBezTo>
                  <a:cubicBezTo>
                    <a:pt x="173" y="55"/>
                    <a:pt x="163" y="45"/>
                    <a:pt x="151" y="38"/>
                  </a:cubicBezTo>
                  <a:cubicBezTo>
                    <a:pt x="139" y="32"/>
                    <a:pt x="126" y="28"/>
                    <a:pt x="111" y="28"/>
                  </a:cubicBezTo>
                  <a:cubicBezTo>
                    <a:pt x="95" y="28"/>
                    <a:pt x="81" y="32"/>
                    <a:pt x="68" y="39"/>
                  </a:cubicBezTo>
                  <a:cubicBezTo>
                    <a:pt x="56" y="46"/>
                    <a:pt x="47" y="56"/>
                    <a:pt x="40" y="68"/>
                  </a:cubicBezTo>
                  <a:cubicBezTo>
                    <a:pt x="34" y="80"/>
                    <a:pt x="31" y="94"/>
                    <a:pt x="31" y="109"/>
                  </a:cubicBezTo>
                  <a:cubicBezTo>
                    <a:pt x="31" y="126"/>
                    <a:pt x="34" y="140"/>
                    <a:pt x="41" y="152"/>
                  </a:cubicBezTo>
                  <a:cubicBezTo>
                    <a:pt x="48" y="164"/>
                    <a:pt x="58" y="174"/>
                    <a:pt x="70" y="180"/>
                  </a:cubicBezTo>
                  <a:cubicBezTo>
                    <a:pt x="82" y="187"/>
                    <a:pt x="95" y="190"/>
                    <a:pt x="111" y="190"/>
                  </a:cubicBezTo>
                  <a:close/>
                  <a:moveTo>
                    <a:pt x="115" y="50"/>
                  </a:moveTo>
                  <a:cubicBezTo>
                    <a:pt x="124" y="50"/>
                    <a:pt x="131" y="51"/>
                    <a:pt x="139" y="54"/>
                  </a:cubicBezTo>
                  <a:cubicBezTo>
                    <a:pt x="146" y="56"/>
                    <a:pt x="152" y="59"/>
                    <a:pt x="156" y="6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37" y="79"/>
                    <a:pt x="128" y="76"/>
                    <a:pt x="117" y="76"/>
                  </a:cubicBezTo>
                  <a:cubicBezTo>
                    <a:pt x="107" y="76"/>
                    <a:pt x="99" y="79"/>
                    <a:pt x="93" y="85"/>
                  </a:cubicBezTo>
                  <a:cubicBezTo>
                    <a:pt x="87" y="91"/>
                    <a:pt x="84" y="100"/>
                    <a:pt x="84" y="110"/>
                  </a:cubicBezTo>
                  <a:cubicBezTo>
                    <a:pt x="84" y="120"/>
                    <a:pt x="87" y="128"/>
                    <a:pt x="93" y="134"/>
                  </a:cubicBezTo>
                  <a:cubicBezTo>
                    <a:pt x="99" y="140"/>
                    <a:pt x="107" y="143"/>
                    <a:pt x="117" y="143"/>
                  </a:cubicBezTo>
                  <a:cubicBezTo>
                    <a:pt x="129" y="143"/>
                    <a:pt x="138" y="139"/>
                    <a:pt x="146" y="132"/>
                  </a:cubicBezTo>
                  <a:cubicBezTo>
                    <a:pt x="158" y="153"/>
                    <a:pt x="158" y="153"/>
                    <a:pt x="158" y="153"/>
                  </a:cubicBezTo>
                  <a:cubicBezTo>
                    <a:pt x="153" y="158"/>
                    <a:pt x="147" y="162"/>
                    <a:pt x="140" y="165"/>
                  </a:cubicBezTo>
                  <a:cubicBezTo>
                    <a:pt x="132" y="168"/>
                    <a:pt x="124" y="169"/>
                    <a:pt x="115" y="169"/>
                  </a:cubicBezTo>
                  <a:cubicBezTo>
                    <a:pt x="97" y="169"/>
                    <a:pt x="82" y="164"/>
                    <a:pt x="71" y="153"/>
                  </a:cubicBezTo>
                  <a:cubicBezTo>
                    <a:pt x="60" y="142"/>
                    <a:pt x="54" y="128"/>
                    <a:pt x="54" y="111"/>
                  </a:cubicBezTo>
                  <a:cubicBezTo>
                    <a:pt x="54" y="93"/>
                    <a:pt x="60" y="78"/>
                    <a:pt x="71" y="67"/>
                  </a:cubicBezTo>
                  <a:cubicBezTo>
                    <a:pt x="82" y="56"/>
                    <a:pt x="97" y="50"/>
                    <a:pt x="11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17"/>
            <p:cNvSpPr>
              <a:spLocks noEditPoints="1"/>
            </p:cNvSpPr>
            <p:nvPr userDrawn="1"/>
          </p:nvSpPr>
          <p:spPr bwMode="gray">
            <a:xfrm>
              <a:off x="957263" y="5237163"/>
              <a:ext cx="773112" cy="782637"/>
            </a:xfrm>
            <a:custGeom>
              <a:avLst/>
              <a:gdLst>
                <a:gd name="T0" fmla="*/ 305 w 487"/>
                <a:gd name="T1" fmla="*/ 0 h 493"/>
                <a:gd name="T2" fmla="*/ 487 w 487"/>
                <a:gd name="T3" fmla="*/ 493 h 493"/>
                <a:gd name="T4" fmla="*/ 369 w 487"/>
                <a:gd name="T5" fmla="*/ 493 h 493"/>
                <a:gd name="T6" fmla="*/ 336 w 487"/>
                <a:gd name="T7" fmla="*/ 390 h 493"/>
                <a:gd name="T8" fmla="*/ 151 w 487"/>
                <a:gd name="T9" fmla="*/ 390 h 493"/>
                <a:gd name="T10" fmla="*/ 118 w 487"/>
                <a:gd name="T11" fmla="*/ 493 h 493"/>
                <a:gd name="T12" fmla="*/ 0 w 487"/>
                <a:gd name="T13" fmla="*/ 493 h 493"/>
                <a:gd name="T14" fmla="*/ 184 w 487"/>
                <a:gd name="T15" fmla="*/ 0 h 493"/>
                <a:gd name="T16" fmla="*/ 305 w 487"/>
                <a:gd name="T17" fmla="*/ 0 h 493"/>
                <a:gd name="T18" fmla="*/ 180 w 487"/>
                <a:gd name="T19" fmla="*/ 300 h 493"/>
                <a:gd name="T20" fmla="*/ 307 w 487"/>
                <a:gd name="T21" fmla="*/ 300 h 493"/>
                <a:gd name="T22" fmla="*/ 243 w 487"/>
                <a:gd name="T23" fmla="*/ 104 h 493"/>
                <a:gd name="T24" fmla="*/ 180 w 487"/>
                <a:gd name="T25" fmla="*/ 30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7" h="493">
                  <a:moveTo>
                    <a:pt x="305" y="0"/>
                  </a:moveTo>
                  <a:lnTo>
                    <a:pt x="487" y="493"/>
                  </a:lnTo>
                  <a:lnTo>
                    <a:pt x="369" y="493"/>
                  </a:lnTo>
                  <a:lnTo>
                    <a:pt x="336" y="390"/>
                  </a:lnTo>
                  <a:lnTo>
                    <a:pt x="151" y="390"/>
                  </a:lnTo>
                  <a:lnTo>
                    <a:pt x="118" y="493"/>
                  </a:lnTo>
                  <a:lnTo>
                    <a:pt x="0" y="493"/>
                  </a:lnTo>
                  <a:lnTo>
                    <a:pt x="184" y="0"/>
                  </a:lnTo>
                  <a:lnTo>
                    <a:pt x="305" y="0"/>
                  </a:lnTo>
                  <a:close/>
                  <a:moveTo>
                    <a:pt x="180" y="300"/>
                  </a:moveTo>
                  <a:lnTo>
                    <a:pt x="307" y="300"/>
                  </a:lnTo>
                  <a:lnTo>
                    <a:pt x="243" y="104"/>
                  </a:lnTo>
                  <a:lnTo>
                    <a:pt x="18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18"/>
            <p:cNvSpPr>
              <a:spLocks noEditPoints="1"/>
            </p:cNvSpPr>
            <p:nvPr userDrawn="1"/>
          </p:nvSpPr>
          <p:spPr bwMode="gray">
            <a:xfrm>
              <a:off x="1819275" y="5237163"/>
              <a:ext cx="622300" cy="782637"/>
            </a:xfrm>
            <a:custGeom>
              <a:avLst/>
              <a:gdLst>
                <a:gd name="T0" fmla="*/ 0 w 166"/>
                <a:gd name="T1" fmla="*/ 0 h 209"/>
                <a:gd name="T2" fmla="*/ 82 w 166"/>
                <a:gd name="T3" fmla="*/ 0 h 209"/>
                <a:gd name="T4" fmla="*/ 132 w 166"/>
                <a:gd name="T5" fmla="*/ 15 h 209"/>
                <a:gd name="T6" fmla="*/ 150 w 166"/>
                <a:gd name="T7" fmla="*/ 53 h 209"/>
                <a:gd name="T8" fmla="*/ 128 w 166"/>
                <a:gd name="T9" fmla="*/ 94 h 209"/>
                <a:gd name="T10" fmla="*/ 166 w 166"/>
                <a:gd name="T11" fmla="*/ 146 h 209"/>
                <a:gd name="T12" fmla="*/ 146 w 166"/>
                <a:gd name="T13" fmla="*/ 192 h 209"/>
                <a:gd name="T14" fmla="*/ 86 w 166"/>
                <a:gd name="T15" fmla="*/ 209 h 209"/>
                <a:gd name="T16" fmla="*/ 0 w 166"/>
                <a:gd name="T17" fmla="*/ 209 h 209"/>
                <a:gd name="T18" fmla="*/ 0 w 166"/>
                <a:gd name="T19" fmla="*/ 0 h 209"/>
                <a:gd name="T20" fmla="*/ 78 w 166"/>
                <a:gd name="T21" fmla="*/ 81 h 209"/>
                <a:gd name="T22" fmla="*/ 99 w 166"/>
                <a:gd name="T23" fmla="*/ 75 h 209"/>
                <a:gd name="T24" fmla="*/ 106 w 166"/>
                <a:gd name="T25" fmla="*/ 59 h 209"/>
                <a:gd name="T26" fmla="*/ 99 w 166"/>
                <a:gd name="T27" fmla="*/ 42 h 209"/>
                <a:gd name="T28" fmla="*/ 79 w 166"/>
                <a:gd name="T29" fmla="*/ 37 h 209"/>
                <a:gd name="T30" fmla="*/ 46 w 166"/>
                <a:gd name="T31" fmla="*/ 37 h 209"/>
                <a:gd name="T32" fmla="*/ 46 w 166"/>
                <a:gd name="T33" fmla="*/ 81 h 209"/>
                <a:gd name="T34" fmla="*/ 78 w 166"/>
                <a:gd name="T35" fmla="*/ 81 h 209"/>
                <a:gd name="T36" fmla="*/ 84 w 166"/>
                <a:gd name="T37" fmla="*/ 172 h 209"/>
                <a:gd name="T38" fmla="*/ 111 w 166"/>
                <a:gd name="T39" fmla="*/ 165 h 209"/>
                <a:gd name="T40" fmla="*/ 120 w 166"/>
                <a:gd name="T41" fmla="*/ 145 h 209"/>
                <a:gd name="T42" fmla="*/ 111 w 166"/>
                <a:gd name="T43" fmla="*/ 124 h 209"/>
                <a:gd name="T44" fmla="*/ 85 w 166"/>
                <a:gd name="T45" fmla="*/ 117 h 209"/>
                <a:gd name="T46" fmla="*/ 46 w 166"/>
                <a:gd name="T47" fmla="*/ 117 h 209"/>
                <a:gd name="T48" fmla="*/ 46 w 166"/>
                <a:gd name="T49" fmla="*/ 172 h 209"/>
                <a:gd name="T50" fmla="*/ 84 w 166"/>
                <a:gd name="T51" fmla="*/ 17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6" h="209">
                  <a:moveTo>
                    <a:pt x="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103" y="0"/>
                    <a:pt x="119" y="5"/>
                    <a:pt x="132" y="15"/>
                  </a:cubicBezTo>
                  <a:cubicBezTo>
                    <a:pt x="144" y="24"/>
                    <a:pt x="150" y="37"/>
                    <a:pt x="150" y="53"/>
                  </a:cubicBezTo>
                  <a:cubicBezTo>
                    <a:pt x="150" y="71"/>
                    <a:pt x="143" y="84"/>
                    <a:pt x="128" y="94"/>
                  </a:cubicBezTo>
                  <a:cubicBezTo>
                    <a:pt x="154" y="103"/>
                    <a:pt x="166" y="120"/>
                    <a:pt x="166" y="146"/>
                  </a:cubicBezTo>
                  <a:cubicBezTo>
                    <a:pt x="166" y="166"/>
                    <a:pt x="160" y="182"/>
                    <a:pt x="146" y="192"/>
                  </a:cubicBezTo>
                  <a:cubicBezTo>
                    <a:pt x="132" y="203"/>
                    <a:pt x="112" y="209"/>
                    <a:pt x="86" y="209"/>
                  </a:cubicBezTo>
                  <a:cubicBezTo>
                    <a:pt x="0" y="209"/>
                    <a:pt x="0" y="209"/>
                    <a:pt x="0" y="209"/>
                  </a:cubicBezTo>
                  <a:lnTo>
                    <a:pt x="0" y="0"/>
                  </a:lnTo>
                  <a:close/>
                  <a:moveTo>
                    <a:pt x="78" y="81"/>
                  </a:moveTo>
                  <a:cubicBezTo>
                    <a:pt x="87" y="81"/>
                    <a:pt x="94" y="79"/>
                    <a:pt x="99" y="75"/>
                  </a:cubicBezTo>
                  <a:cubicBezTo>
                    <a:pt x="104" y="71"/>
                    <a:pt x="106" y="66"/>
                    <a:pt x="106" y="59"/>
                  </a:cubicBezTo>
                  <a:cubicBezTo>
                    <a:pt x="106" y="52"/>
                    <a:pt x="104" y="46"/>
                    <a:pt x="99" y="42"/>
                  </a:cubicBezTo>
                  <a:cubicBezTo>
                    <a:pt x="94" y="38"/>
                    <a:pt x="87" y="37"/>
                    <a:pt x="79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81"/>
                    <a:pt x="46" y="81"/>
                    <a:pt x="46" y="81"/>
                  </a:cubicBezTo>
                  <a:lnTo>
                    <a:pt x="78" y="81"/>
                  </a:lnTo>
                  <a:close/>
                  <a:moveTo>
                    <a:pt x="84" y="172"/>
                  </a:moveTo>
                  <a:cubicBezTo>
                    <a:pt x="96" y="172"/>
                    <a:pt x="105" y="169"/>
                    <a:pt x="111" y="165"/>
                  </a:cubicBezTo>
                  <a:cubicBezTo>
                    <a:pt x="117" y="160"/>
                    <a:pt x="120" y="154"/>
                    <a:pt x="120" y="145"/>
                  </a:cubicBezTo>
                  <a:cubicBezTo>
                    <a:pt x="120" y="136"/>
                    <a:pt x="117" y="129"/>
                    <a:pt x="111" y="124"/>
                  </a:cubicBezTo>
                  <a:cubicBezTo>
                    <a:pt x="105" y="119"/>
                    <a:pt x="96" y="117"/>
                    <a:pt x="85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6" y="172"/>
                    <a:pt x="46" y="172"/>
                    <a:pt x="46" y="172"/>
                  </a:cubicBezTo>
                  <a:lnTo>
                    <a:pt x="84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19"/>
            <p:cNvSpPr>
              <a:spLocks noEditPoints="1"/>
            </p:cNvSpPr>
            <p:nvPr userDrawn="1"/>
          </p:nvSpPr>
          <p:spPr bwMode="gray">
            <a:xfrm>
              <a:off x="2573338" y="5237163"/>
              <a:ext cx="627062" cy="782637"/>
            </a:xfrm>
            <a:custGeom>
              <a:avLst/>
              <a:gdLst>
                <a:gd name="T0" fmla="*/ 0 w 167"/>
                <a:gd name="T1" fmla="*/ 0 h 209"/>
                <a:gd name="T2" fmla="*/ 82 w 167"/>
                <a:gd name="T3" fmla="*/ 0 h 209"/>
                <a:gd name="T4" fmla="*/ 132 w 167"/>
                <a:gd name="T5" fmla="*/ 15 h 209"/>
                <a:gd name="T6" fmla="*/ 150 w 167"/>
                <a:gd name="T7" fmla="*/ 53 h 209"/>
                <a:gd name="T8" fmla="*/ 128 w 167"/>
                <a:gd name="T9" fmla="*/ 94 h 209"/>
                <a:gd name="T10" fmla="*/ 167 w 167"/>
                <a:gd name="T11" fmla="*/ 146 h 209"/>
                <a:gd name="T12" fmla="*/ 146 w 167"/>
                <a:gd name="T13" fmla="*/ 192 h 209"/>
                <a:gd name="T14" fmla="*/ 86 w 167"/>
                <a:gd name="T15" fmla="*/ 209 h 209"/>
                <a:gd name="T16" fmla="*/ 0 w 167"/>
                <a:gd name="T17" fmla="*/ 209 h 209"/>
                <a:gd name="T18" fmla="*/ 0 w 167"/>
                <a:gd name="T19" fmla="*/ 0 h 209"/>
                <a:gd name="T20" fmla="*/ 79 w 167"/>
                <a:gd name="T21" fmla="*/ 81 h 209"/>
                <a:gd name="T22" fmla="*/ 99 w 167"/>
                <a:gd name="T23" fmla="*/ 75 h 209"/>
                <a:gd name="T24" fmla="*/ 106 w 167"/>
                <a:gd name="T25" fmla="*/ 59 h 209"/>
                <a:gd name="T26" fmla="*/ 99 w 167"/>
                <a:gd name="T27" fmla="*/ 42 h 209"/>
                <a:gd name="T28" fmla="*/ 79 w 167"/>
                <a:gd name="T29" fmla="*/ 37 h 209"/>
                <a:gd name="T30" fmla="*/ 46 w 167"/>
                <a:gd name="T31" fmla="*/ 37 h 209"/>
                <a:gd name="T32" fmla="*/ 46 w 167"/>
                <a:gd name="T33" fmla="*/ 81 h 209"/>
                <a:gd name="T34" fmla="*/ 79 w 167"/>
                <a:gd name="T35" fmla="*/ 81 h 209"/>
                <a:gd name="T36" fmla="*/ 84 w 167"/>
                <a:gd name="T37" fmla="*/ 172 h 209"/>
                <a:gd name="T38" fmla="*/ 111 w 167"/>
                <a:gd name="T39" fmla="*/ 165 h 209"/>
                <a:gd name="T40" fmla="*/ 121 w 167"/>
                <a:gd name="T41" fmla="*/ 145 h 209"/>
                <a:gd name="T42" fmla="*/ 111 w 167"/>
                <a:gd name="T43" fmla="*/ 124 h 209"/>
                <a:gd name="T44" fmla="*/ 85 w 167"/>
                <a:gd name="T45" fmla="*/ 117 h 209"/>
                <a:gd name="T46" fmla="*/ 46 w 167"/>
                <a:gd name="T47" fmla="*/ 117 h 209"/>
                <a:gd name="T48" fmla="*/ 46 w 167"/>
                <a:gd name="T49" fmla="*/ 172 h 209"/>
                <a:gd name="T50" fmla="*/ 84 w 167"/>
                <a:gd name="T51" fmla="*/ 17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7" h="209">
                  <a:moveTo>
                    <a:pt x="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103" y="0"/>
                    <a:pt x="120" y="5"/>
                    <a:pt x="132" y="15"/>
                  </a:cubicBezTo>
                  <a:cubicBezTo>
                    <a:pt x="144" y="24"/>
                    <a:pt x="150" y="37"/>
                    <a:pt x="150" y="53"/>
                  </a:cubicBezTo>
                  <a:cubicBezTo>
                    <a:pt x="150" y="71"/>
                    <a:pt x="143" y="84"/>
                    <a:pt x="128" y="94"/>
                  </a:cubicBezTo>
                  <a:cubicBezTo>
                    <a:pt x="154" y="103"/>
                    <a:pt x="167" y="120"/>
                    <a:pt x="167" y="146"/>
                  </a:cubicBezTo>
                  <a:cubicBezTo>
                    <a:pt x="167" y="166"/>
                    <a:pt x="160" y="182"/>
                    <a:pt x="146" y="192"/>
                  </a:cubicBezTo>
                  <a:cubicBezTo>
                    <a:pt x="132" y="203"/>
                    <a:pt x="112" y="209"/>
                    <a:pt x="86" y="209"/>
                  </a:cubicBezTo>
                  <a:cubicBezTo>
                    <a:pt x="0" y="209"/>
                    <a:pt x="0" y="209"/>
                    <a:pt x="0" y="209"/>
                  </a:cubicBezTo>
                  <a:lnTo>
                    <a:pt x="0" y="0"/>
                  </a:lnTo>
                  <a:close/>
                  <a:moveTo>
                    <a:pt x="79" y="81"/>
                  </a:moveTo>
                  <a:cubicBezTo>
                    <a:pt x="87" y="81"/>
                    <a:pt x="94" y="79"/>
                    <a:pt x="99" y="75"/>
                  </a:cubicBezTo>
                  <a:cubicBezTo>
                    <a:pt x="104" y="71"/>
                    <a:pt x="106" y="66"/>
                    <a:pt x="106" y="59"/>
                  </a:cubicBezTo>
                  <a:cubicBezTo>
                    <a:pt x="106" y="52"/>
                    <a:pt x="104" y="46"/>
                    <a:pt x="99" y="42"/>
                  </a:cubicBezTo>
                  <a:cubicBezTo>
                    <a:pt x="94" y="38"/>
                    <a:pt x="88" y="37"/>
                    <a:pt x="79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81"/>
                    <a:pt x="46" y="81"/>
                    <a:pt x="46" y="81"/>
                  </a:cubicBezTo>
                  <a:lnTo>
                    <a:pt x="79" y="81"/>
                  </a:lnTo>
                  <a:close/>
                  <a:moveTo>
                    <a:pt x="84" y="172"/>
                  </a:moveTo>
                  <a:cubicBezTo>
                    <a:pt x="96" y="172"/>
                    <a:pt x="105" y="169"/>
                    <a:pt x="111" y="165"/>
                  </a:cubicBezTo>
                  <a:cubicBezTo>
                    <a:pt x="118" y="160"/>
                    <a:pt x="121" y="154"/>
                    <a:pt x="121" y="145"/>
                  </a:cubicBezTo>
                  <a:cubicBezTo>
                    <a:pt x="121" y="136"/>
                    <a:pt x="117" y="129"/>
                    <a:pt x="111" y="124"/>
                  </a:cubicBezTo>
                  <a:cubicBezTo>
                    <a:pt x="105" y="119"/>
                    <a:pt x="96" y="117"/>
                    <a:pt x="85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6" y="172"/>
                    <a:pt x="46" y="172"/>
                    <a:pt x="46" y="172"/>
                  </a:cubicBezTo>
                  <a:lnTo>
                    <a:pt x="84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73" name="Straight Connector 72"/>
          <p:cNvCxnSpPr/>
          <p:nvPr userDrawn="1"/>
        </p:nvCxnSpPr>
        <p:spPr bwMode="gray">
          <a:xfrm>
            <a:off x="1634119" y="6472540"/>
            <a:ext cx="0" cy="13246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40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3" r:id="rId3"/>
    <p:sldLayoutId id="2147483650" r:id="rId4"/>
    <p:sldLayoutId id="2147483651" r:id="rId5"/>
    <p:sldLayoutId id="2147483652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600"/>
        </a:spcBef>
        <a:buFont typeface="ABBvoiceOffice" panose="020D0603020503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8" userDrawn="1">
          <p15:clr>
            <a:srgbClr val="A4A3A4"/>
          </p15:clr>
        </p15:guide>
        <p15:guide id="2" orient="horz" pos="3726" userDrawn="1">
          <p15:clr>
            <a:srgbClr val="A4A3A4"/>
          </p15:clr>
        </p15:guide>
        <p15:guide id="3" pos="7501" userDrawn="1">
          <p15:clr>
            <a:srgbClr val="A4A3A4"/>
          </p15:clr>
        </p15:guide>
        <p15:guide id="4" pos="176" userDrawn="1">
          <p15:clr>
            <a:srgbClr val="A4A3A4"/>
          </p15:clr>
        </p15:guide>
        <p15:guide id="5" orient="horz" pos="1146" userDrawn="1">
          <p15:clr>
            <a:srgbClr val="A4A3A4"/>
          </p15:clr>
        </p15:guide>
        <p15:guide id="6" orient="horz" pos="391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7E28275B-440C-41EF-80E6-76C756EFA61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48219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think-cell Slide" r:id="rId5" imgW="473" imgH="476" progId="TCLayout.ActiveDocument.1">
                  <p:embed/>
                </p:oleObj>
              </mc:Choice>
              <mc:Fallback>
                <p:oleObj name="think-cell Slide" r:id="rId5" imgW="473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7E28275B-440C-41EF-80E6-76C756EFA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BC29306B-3142-4A8B-B3A2-7EB29F2C6539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5000" b="1" dirty="0" err="1">
              <a:latin typeface="ABBvoiceOffice" panose="020B0604020202020204" charset="0"/>
              <a:ea typeface="ABBvoiceOffice" panose="020B0604020202020204" charset="0"/>
              <a:cs typeface="ABBvoiceOffice" panose="020B0604020202020204" charset="0"/>
              <a:sym typeface="ABBvoiceOffice" panose="020B060402020202020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77166" y="4724364"/>
            <a:ext cx="11629504" cy="1818939"/>
          </a:xfrm>
        </p:spPr>
        <p:txBody>
          <a:bodyPr/>
          <a:lstStyle/>
          <a:p>
            <a:r>
              <a:rPr lang="en-US" dirty="0"/>
              <a:t>ABB FACE – R2 CLM – Fallback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277167" y="6302599"/>
            <a:ext cx="11629504" cy="216000"/>
          </a:xfrm>
        </p:spPr>
        <p:txBody>
          <a:bodyPr/>
          <a:lstStyle/>
          <a:p>
            <a:r>
              <a:rPr lang="en-US" dirty="0"/>
              <a:t>V1.0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March 2018</a:t>
            </a:r>
          </a:p>
        </p:txBody>
      </p:sp>
    </p:spTree>
    <p:extLst>
      <p:ext uri="{BB962C8B-B14F-4D97-AF65-F5344CB8AC3E}">
        <p14:creationId xmlns:p14="http://schemas.microsoft.com/office/powerpoint/2010/main" val="409997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EF8458A-1036-4DEF-B637-86077B58035F}"/>
              </a:ext>
            </a:extLst>
          </p:cNvPr>
          <p:cNvSpPr txBox="1">
            <a:spLocks/>
          </p:cNvSpPr>
          <p:nvPr/>
        </p:nvSpPr>
        <p:spPr bwMode="gray">
          <a:xfrm>
            <a:off x="279400" y="622789"/>
            <a:ext cx="11626834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Rollback Process - Constituents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CC52A23-1EDD-4585-A100-2BE49E9304BB}"/>
              </a:ext>
            </a:extLst>
          </p:cNvPr>
          <p:cNvSpPr txBox="1">
            <a:spLocks/>
          </p:cNvSpPr>
          <p:nvPr/>
        </p:nvSpPr>
        <p:spPr>
          <a:xfrm>
            <a:off x="277019" y="1816571"/>
            <a:ext cx="11629215" cy="40968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Metadata Rollback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Pre-Post Deployment Steps Rollback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Data Migration Rollback</a:t>
            </a:r>
          </a:p>
        </p:txBody>
      </p:sp>
    </p:spTree>
    <p:extLst>
      <p:ext uri="{BB962C8B-B14F-4D97-AF65-F5344CB8AC3E}">
        <p14:creationId xmlns:p14="http://schemas.microsoft.com/office/powerpoint/2010/main" val="355156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EF8458A-1036-4DEF-B637-86077B58035F}"/>
              </a:ext>
            </a:extLst>
          </p:cNvPr>
          <p:cNvSpPr txBox="1">
            <a:spLocks/>
          </p:cNvSpPr>
          <p:nvPr/>
        </p:nvSpPr>
        <p:spPr bwMode="gray">
          <a:xfrm>
            <a:off x="279400" y="622789"/>
            <a:ext cx="11626834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Metadata Rollback - UPDATE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CC52A23-1EDD-4585-A100-2BE49E9304BB}"/>
              </a:ext>
            </a:extLst>
          </p:cNvPr>
          <p:cNvSpPr txBox="1">
            <a:spLocks/>
          </p:cNvSpPr>
          <p:nvPr/>
        </p:nvSpPr>
        <p:spPr>
          <a:xfrm>
            <a:off x="277019" y="1816571"/>
            <a:ext cx="3587971" cy="40968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Apex Class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Apex Component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Apex Page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Apex Trigger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Custom Field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Custom Label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Email Template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 err="1"/>
              <a:t>Fieldset</a:t>
            </a:r>
            <a:endParaRPr lang="en-US" sz="1600" dirty="0"/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Flow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 err="1"/>
              <a:t>FlowDefinition</a:t>
            </a:r>
            <a:r>
              <a:rPr lang="en-US" sz="1600"/>
              <a:t> </a:t>
            </a: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1CA59F-2758-4FEF-9A6D-6BB0B23A41CE}"/>
              </a:ext>
            </a:extLst>
          </p:cNvPr>
          <p:cNvSpPr/>
          <p:nvPr/>
        </p:nvSpPr>
        <p:spPr>
          <a:xfrm>
            <a:off x="4735398" y="1816571"/>
            <a:ext cx="488936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Layout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Permission Set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Public Group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 err="1"/>
              <a:t>Recordtypes</a:t>
            </a:r>
            <a:endParaRPr lang="en-US" sz="1600" dirty="0"/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Sharing </a:t>
            </a:r>
            <a:r>
              <a:rPr lang="en-US" sz="1600" dirty="0" err="1"/>
              <a:t>CriteriaRule</a:t>
            </a:r>
            <a:endParaRPr lang="en-US" sz="1600" dirty="0"/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Static Resource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Validation Rule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 err="1"/>
              <a:t>WebLink</a:t>
            </a:r>
            <a:endParaRPr lang="en-US" sz="1600" dirty="0"/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1600" dirty="0" err="1"/>
              <a:t>WorkflowFieldupdate</a:t>
            </a:r>
            <a:endParaRPr lang="en-US" sz="160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B0EF05E-DAAC-451B-98A9-3F97303B2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9" y="1312127"/>
            <a:ext cx="10681290" cy="5044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600" b="1">
                <a:latin typeface="+mj-lt"/>
                <a:ea typeface="+mj-ea"/>
                <a:cs typeface="+mj-cs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de-DE" sz="1800" dirty="0"/>
              <a:t>R2 package consists of the following component types</a:t>
            </a:r>
            <a:r>
              <a:rPr lang="pl-PL" altLang="de-DE" sz="1800" dirty="0"/>
              <a:t>:</a:t>
            </a:r>
            <a:r>
              <a:rPr lang="de-DE" altLang="de-DE" sz="1800" dirty="0"/>
              <a:t> CLM TYPES</a:t>
            </a:r>
            <a:endParaRPr lang="en-US" altLang="de-DE" sz="18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831A152-8775-4A56-A17D-CB014A422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59886"/>
              </p:ext>
            </p:extLst>
          </p:nvPr>
        </p:nvGraphicFramePr>
        <p:xfrm>
          <a:off x="10931680" y="523289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Worksheet" showAsIcon="1" r:id="rId3" imgW="914400" imgH="771480" progId="Excel.Sheet.12">
                  <p:embed/>
                </p:oleObj>
              </mc:Choice>
              <mc:Fallback>
                <p:oleObj name="Worksheet" showAsIcon="1" r:id="rId3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31680" y="5232891"/>
                        <a:ext cx="914400" cy="771525"/>
                      </a:xfrm>
                      <a:prstGeom prst="rect">
                        <a:avLst/>
                      </a:prstGeom>
                      <a:gradFill>
                        <a:gsLst>
                          <a:gs pos="1300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55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76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881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EF8458A-1036-4DEF-B637-86077B58035F}"/>
              </a:ext>
            </a:extLst>
          </p:cNvPr>
          <p:cNvSpPr txBox="1">
            <a:spLocks/>
          </p:cNvSpPr>
          <p:nvPr/>
        </p:nvSpPr>
        <p:spPr bwMode="gray">
          <a:xfrm>
            <a:off x="279400" y="622789"/>
            <a:ext cx="11626834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Metadata Rollback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CC52A23-1EDD-4585-A100-2BE49E9304BB}"/>
              </a:ext>
            </a:extLst>
          </p:cNvPr>
          <p:cNvSpPr txBox="1">
            <a:spLocks/>
          </p:cNvSpPr>
          <p:nvPr/>
        </p:nvSpPr>
        <p:spPr>
          <a:xfrm>
            <a:off x="277019" y="1514911"/>
            <a:ext cx="11336804" cy="40968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Rollback package for the Metadata set will be prepared by Deployment team from the Master Branch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during Cutover Phase</a:t>
            </a:r>
            <a:r>
              <a:rPr lang="pl-PL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(assuming the Master Branch is same as Production at the time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of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 release and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without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 Metadata)</a:t>
            </a:r>
            <a:r>
              <a:rPr lang="pl-PL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de-DE" altLang="de-DE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Rollback package will be shared with ABB Ops along with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 package.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 case of a No-Go decision, the Rollback package will be used to overwrite the Metadata in order to return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to the state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before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 package deployment.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there is mismatch between the number of components between the Rollback package and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package, this implies there are new components being deployed as part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of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R2. These will then have to be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deleted in a specified sequence (to avoid dependency related errors on delete).</a:t>
            </a:r>
          </a:p>
        </p:txBody>
      </p:sp>
    </p:spTree>
    <p:extLst>
      <p:ext uri="{BB962C8B-B14F-4D97-AF65-F5344CB8AC3E}">
        <p14:creationId xmlns:p14="http://schemas.microsoft.com/office/powerpoint/2010/main" val="1653997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EF8458A-1036-4DEF-B637-86077B58035F}"/>
              </a:ext>
            </a:extLst>
          </p:cNvPr>
          <p:cNvSpPr txBox="1">
            <a:spLocks/>
          </p:cNvSpPr>
          <p:nvPr/>
        </p:nvSpPr>
        <p:spPr bwMode="gray">
          <a:xfrm>
            <a:off x="279400" y="622789"/>
            <a:ext cx="11626834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Pre-Post Deployment Steps Rollback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CC52A23-1EDD-4585-A100-2BE49E9304BB}"/>
              </a:ext>
            </a:extLst>
          </p:cNvPr>
          <p:cNvSpPr txBox="1">
            <a:spLocks/>
          </p:cNvSpPr>
          <p:nvPr/>
        </p:nvSpPr>
        <p:spPr>
          <a:xfrm>
            <a:off x="277018" y="1514911"/>
            <a:ext cx="11798717" cy="45182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Pre – Post Deployment Steps are mostly Configuration related changes.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Snapshot of the As-Is System needs to be captured and documented by ABB Ops for each of the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Configuration Changes mentioned in the Pre – Post Deployment Steps document shared as part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of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R2.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This activity needs to be performed during Cutover Phase/Code Freeze</a:t>
            </a:r>
            <a:r>
              <a:rPr lang="pl-PL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de-DE" altLang="de-DE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Pre – Post Deployment Rollback Steps need to be prepared by the Implementation Team.</a:t>
            </a:r>
            <a:r>
              <a:rPr lang="pl-PL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Rollback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Steps need to be prepared based on the Snapshot of the As-Is System provided by ABB Ops.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Pre – Post Deployment Rollback Steps will be shared will be shared with ABB Ops along </a:t>
            </a:r>
            <a:r>
              <a:rPr lang="de-DE" altLang="de-DE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R2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package.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case of a No-Go decision, the Pre – Post Deployment Rollback Steps need to manually be executed by </a:t>
            </a:r>
          </a:p>
          <a:p>
            <a:pPr>
              <a:lnSpc>
                <a:spcPct val="150000"/>
              </a:lnSpc>
            </a:pPr>
            <a:r>
              <a:rPr lang="de-DE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ABB Ops</a:t>
            </a:r>
            <a:r>
              <a:rPr lang="pl-PL" altLang="de-DE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de-DE" altLang="de-DE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7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EF8458A-1036-4DEF-B637-86077B58035F}"/>
              </a:ext>
            </a:extLst>
          </p:cNvPr>
          <p:cNvSpPr txBox="1">
            <a:spLocks/>
          </p:cNvSpPr>
          <p:nvPr/>
        </p:nvSpPr>
        <p:spPr bwMode="gray">
          <a:xfrm>
            <a:off x="279400" y="622789"/>
            <a:ext cx="11626834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Migration Rollback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CC52A23-1EDD-4585-A100-2BE49E9304BB}"/>
              </a:ext>
            </a:extLst>
          </p:cNvPr>
          <p:cNvSpPr txBox="1">
            <a:spLocks/>
          </p:cNvSpPr>
          <p:nvPr/>
        </p:nvSpPr>
        <p:spPr>
          <a:xfrm>
            <a:off x="277018" y="1288665"/>
            <a:ext cx="11798717" cy="483875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80000" indent="-180000">
              <a:spcBef>
                <a:spcPts val="600"/>
              </a:spcBef>
              <a:buFont typeface="ABBvoiceOffice" panose="020D0603020503020204" pitchFamily="34" charset="0"/>
              <a:buChar char="–"/>
              <a:defRPr sz="1400"/>
            </a:lvl2pPr>
            <a:lvl3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3pPr>
            <a:lvl4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4pPr>
            <a:lvl5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5pPr>
            <a:lvl6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6pPr>
            <a:lvl7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7pPr>
            <a:lvl8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8pPr>
            <a:lvl9pPr marL="360000" indent="-180000">
              <a:spcBef>
                <a:spcPts val="600"/>
              </a:spcBef>
              <a:buFont typeface="Arial" panose="020B0604020202020204" pitchFamily="34" charset="0"/>
              <a:buChar char="•"/>
              <a:defRPr sz="1400"/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de-DE" b="1" dirty="0">
                <a:cs typeface="Arial" panose="020B0604020202020204" pitchFamily="34" charset="0"/>
              </a:rPr>
              <a:t>Insert Operations as part </a:t>
            </a:r>
            <a:r>
              <a:rPr lang="de-DE" b="1" dirty="0" err="1">
                <a:cs typeface="Arial" panose="020B0604020202020204" pitchFamily="34" charset="0"/>
              </a:rPr>
              <a:t>of</a:t>
            </a:r>
            <a:r>
              <a:rPr lang="de-DE" b="1" dirty="0">
                <a:cs typeface="Arial" panose="020B0604020202020204" pitchFamily="34" charset="0"/>
              </a:rPr>
              <a:t> R2</a:t>
            </a:r>
          </a:p>
          <a:p>
            <a:pPr marL="0" indent="0"/>
            <a:r>
              <a:rPr lang="pl-PL" dirty="0">
                <a:cs typeface="Arial" panose="020B0604020202020204" pitchFamily="34" charset="0"/>
              </a:rPr>
              <a:t> </a:t>
            </a:r>
            <a:r>
              <a:rPr lang="de-DE" dirty="0">
                <a:cs typeface="Arial" panose="020B0604020202020204" pitchFamily="34" charset="0"/>
              </a:rPr>
              <a:t>The Success files generated while inserting the new Records need to be preserved for each Object for which Records were created. </a:t>
            </a:r>
          </a:p>
          <a:p>
            <a:pPr marL="0" indent="0"/>
            <a:r>
              <a:rPr lang="pl-PL" dirty="0">
                <a:cs typeface="Arial" panose="020B0604020202020204" pitchFamily="34" charset="0"/>
              </a:rPr>
              <a:t> </a:t>
            </a:r>
            <a:r>
              <a:rPr lang="de-DE" dirty="0">
                <a:cs typeface="Arial" panose="020B0604020202020204" pitchFamily="34" charset="0"/>
              </a:rPr>
              <a:t>This file contains the Salesforce Record Ids of the newly created Records.</a:t>
            </a:r>
          </a:p>
          <a:p>
            <a:pPr marL="0" indent="0"/>
            <a:r>
              <a:rPr lang="de-DE" dirty="0">
                <a:cs typeface="Arial" panose="020B0604020202020204" pitchFamily="34" charset="0"/>
              </a:rPr>
              <a:t> </a:t>
            </a:r>
            <a:r>
              <a:rPr lang="de-DE" altLang="de-DE" dirty="0">
                <a:cs typeface="Arial" panose="020B0604020202020204" pitchFamily="34" charset="0"/>
              </a:rPr>
              <a:t>In case of a No-Go decision, t</a:t>
            </a:r>
            <a:r>
              <a:rPr lang="de-DE" dirty="0">
                <a:cs typeface="Arial" panose="020B0604020202020204" pitchFamily="34" charset="0"/>
              </a:rPr>
              <a:t>he Record Ids can be used to delete the newly created records.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de-DE" b="1" dirty="0">
                <a:cs typeface="Arial" panose="020B0604020202020204" pitchFamily="34" charset="0"/>
              </a:rPr>
              <a:t>Update Operations as part </a:t>
            </a:r>
            <a:r>
              <a:rPr lang="de-DE" b="1" dirty="0" err="1">
                <a:cs typeface="Arial" panose="020B0604020202020204" pitchFamily="34" charset="0"/>
              </a:rPr>
              <a:t>of</a:t>
            </a:r>
            <a:r>
              <a:rPr lang="de-DE" b="1" dirty="0">
                <a:cs typeface="Arial" panose="020B0604020202020204" pitchFamily="34" charset="0"/>
              </a:rPr>
              <a:t> R2</a:t>
            </a:r>
          </a:p>
          <a:p>
            <a:pPr marL="0" indent="0"/>
            <a:r>
              <a:rPr lang="pl-PL" dirty="0">
                <a:cs typeface="Arial" panose="020B0604020202020204" pitchFamily="34" charset="0"/>
              </a:rPr>
              <a:t> </a:t>
            </a:r>
            <a:r>
              <a:rPr lang="de-DE" dirty="0">
                <a:cs typeface="Arial" panose="020B0604020202020204" pitchFamily="34" charset="0"/>
              </a:rPr>
              <a:t>Data extract from respective Objects need to be preserved before updating any records as part </a:t>
            </a:r>
            <a:r>
              <a:rPr lang="de-DE" dirty="0" err="1">
                <a:cs typeface="Arial" panose="020B0604020202020204" pitchFamily="34" charset="0"/>
              </a:rPr>
              <a:t>of</a:t>
            </a:r>
            <a:r>
              <a:rPr lang="de-DE" dirty="0">
                <a:cs typeface="Arial" panose="020B0604020202020204" pitchFamily="34" charset="0"/>
              </a:rPr>
              <a:t> R2.</a:t>
            </a:r>
          </a:p>
          <a:p>
            <a:pPr marL="0" indent="0"/>
            <a:r>
              <a:rPr lang="pl-PL" dirty="0">
                <a:cs typeface="Arial" panose="020B0604020202020204" pitchFamily="34" charset="0"/>
              </a:rPr>
              <a:t> </a:t>
            </a:r>
            <a:r>
              <a:rPr lang="de-DE" altLang="de-DE" dirty="0">
                <a:cs typeface="Arial" panose="020B0604020202020204" pitchFamily="34" charset="0"/>
              </a:rPr>
              <a:t>In case of a No-Go decision, the Data backup can be used to re-instate original data. Dependency need to be preserved and sequence needs to be followed in specific cases while re-instating records in case of parent-child relationships. </a:t>
            </a:r>
            <a:endParaRPr lang="de-DE" dirty="0"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de-DE" b="1" dirty="0">
                <a:cs typeface="Arial" panose="020B0604020202020204" pitchFamily="34" charset="0"/>
              </a:rPr>
              <a:t>Delete Operations – N/A as part </a:t>
            </a:r>
            <a:r>
              <a:rPr lang="de-DE" b="1" dirty="0" err="1">
                <a:cs typeface="Arial" panose="020B0604020202020204" pitchFamily="34" charset="0"/>
              </a:rPr>
              <a:t>of</a:t>
            </a:r>
            <a:r>
              <a:rPr lang="de-DE" b="1" dirty="0">
                <a:cs typeface="Arial" panose="020B0604020202020204" pitchFamily="34" charset="0"/>
              </a:rPr>
              <a:t> R2 </a:t>
            </a:r>
          </a:p>
          <a:p>
            <a:pPr marL="0" indent="0"/>
            <a:r>
              <a:rPr lang="pl-PL" dirty="0">
                <a:cs typeface="Arial" panose="020B0604020202020204" pitchFamily="34" charset="0"/>
              </a:rPr>
              <a:t> </a:t>
            </a:r>
            <a:r>
              <a:rPr lang="de-DE" dirty="0">
                <a:cs typeface="Arial" panose="020B0604020202020204" pitchFamily="34" charset="0"/>
              </a:rPr>
              <a:t>In case something is found we will update the plan accordingly.</a:t>
            </a:r>
            <a:endParaRPr lang="en-US" dirty="0">
              <a:cs typeface="Arial" panose="020B0604020202020204" pitchFamily="34" charset="0"/>
            </a:endParaRPr>
          </a:p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751286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EF8458A-1036-4DEF-B637-86077B58035F}"/>
              </a:ext>
            </a:extLst>
          </p:cNvPr>
          <p:cNvSpPr txBox="1">
            <a:spLocks/>
          </p:cNvSpPr>
          <p:nvPr/>
        </p:nvSpPr>
        <p:spPr bwMode="gray">
          <a:xfrm>
            <a:off x="279400" y="622789"/>
            <a:ext cx="11626834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Open Points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CC52A23-1EDD-4585-A100-2BE49E9304BB}"/>
              </a:ext>
            </a:extLst>
          </p:cNvPr>
          <p:cNvSpPr txBox="1">
            <a:spLocks/>
          </p:cNvSpPr>
          <p:nvPr/>
        </p:nvSpPr>
        <p:spPr>
          <a:xfrm>
            <a:off x="277018" y="1514911"/>
            <a:ext cx="11798717" cy="45182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" indent="-18000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The timeline for the Rollback plan execution needs to be decided and ownership assigned to respective parties.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The post Rollback regression plan needs to be created incorporating tests from all stakeholder streams and timeline for that needs to be defined as well.</a:t>
            </a:r>
          </a:p>
          <a:p>
            <a:pPr>
              <a:buClr>
                <a:schemeClr val="tx2"/>
              </a:buClr>
            </a:pPr>
            <a:endParaRPr lang="de-DE" sz="1600" dirty="0"/>
          </a:p>
          <a:p>
            <a:pPr>
              <a:buClr>
                <a:schemeClr val="tx2"/>
              </a:buClr>
            </a:pPr>
            <a:endParaRPr lang="de-DE" sz="1600" dirty="0"/>
          </a:p>
          <a:p>
            <a:pPr>
              <a:buClr>
                <a:schemeClr val="tx2"/>
              </a:buClr>
            </a:pPr>
            <a:endParaRPr lang="de-DE" sz="1600" dirty="0"/>
          </a:p>
          <a:p>
            <a:pPr>
              <a:buClr>
                <a:schemeClr val="tx2"/>
              </a:buClr>
            </a:pPr>
            <a:endParaRPr lang="de-DE" sz="1600" dirty="0"/>
          </a:p>
          <a:p>
            <a:pPr>
              <a:buClr>
                <a:schemeClr val="tx2"/>
              </a:buClr>
            </a:pPr>
            <a:endParaRPr lang="de-DE" sz="1600" dirty="0"/>
          </a:p>
          <a:p>
            <a:pPr>
              <a:buClr>
                <a:schemeClr val="tx2"/>
              </a:buClr>
            </a:pPr>
            <a:r>
              <a:rPr lang="de-DE" sz="1800" b="1" dirty="0"/>
              <a:t>Note</a:t>
            </a:r>
            <a:r>
              <a:rPr lang="de-DE" sz="1800" dirty="0"/>
              <a:t> – </a:t>
            </a:r>
            <a:r>
              <a:rPr lang="de-DE" sz="1600" dirty="0"/>
              <a:t>The Rollback plan is effectively a mitigation plan in order to avoid any blockers in Production post a No-Go decision </a:t>
            </a:r>
            <a:r>
              <a:rPr lang="de-DE" sz="1600" dirty="0" err="1"/>
              <a:t>for</a:t>
            </a:r>
            <a:r>
              <a:rPr lang="de-DE" sz="1600" dirty="0"/>
              <a:t> R2 in case such a situation does arise. This will allow </a:t>
            </a:r>
            <a:r>
              <a:rPr lang="de-DE" sz="1600" dirty="0" err="1"/>
              <a:t>the</a:t>
            </a:r>
            <a:r>
              <a:rPr lang="de-DE" sz="1600" dirty="0"/>
              <a:t> pre-R2 functionalities to be re-instated. However, a complete re-instatement of the as-Is system is not feasible for obvious reasons</a:t>
            </a:r>
            <a:r>
              <a:rPr lang="de-DE" sz="1800" dirty="0"/>
              <a:t>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de-DE" altLang="de-DE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2000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JhgRVGNQ0C1S9OgAGkquw"/>
</p:tagLst>
</file>

<file path=ppt/theme/theme1.xml><?xml version="1.0" encoding="utf-8"?>
<a:theme xmlns:a="http://schemas.openxmlformats.org/drawingml/2006/main" name="ABB Master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3C3C3C"/>
      </a:accent1>
      <a:accent2>
        <a:srgbClr val="505050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tx2"/>
        </a:solidFill>
        <a:ln>
          <a:noFill/>
        </a:ln>
      </a:spPr>
      <a:bodyPr lIns="72000" tIns="72000" rIns="72000" bIns="72000"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72000" tIns="72000" rIns="72000" bIns="72000" rtlCol="0">
        <a:noAutofit/>
      </a:bodyPr>
      <a:lstStyle>
        <a:defPPr>
          <a:defRPr sz="14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5c89cccd-bd82-4d97-a16c-3eab6f31275a">9AAB002016-119448775-154</_dlc_DocId>
    <_dlc_DocIdUrl xmlns="5c89cccd-bd82-4d97-a16c-3eab6f31275a">
      <Url>https://abb.sharepoint.com/sites/FACE-FutureABBCustomerExperience-Program/facewave1/_layouts/15/DocIdRedir.aspx?ID=9AAB002016-119448775-154</Url>
      <Description>9AAB002016-119448775-154</Description>
    </_dlc_DocIdUrl>
    <Workstream xmlns="960ff8b9-28b0-4429-afb5-00c2ed758e5d">OPS</Workstream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F6CFA236B9544485CFE7632F5CE1DB" ma:contentTypeVersion="20" ma:contentTypeDescription="Create a new document." ma:contentTypeScope="" ma:versionID="1aa24f260d63fb286c8ed6ace69fc4c8">
  <xsd:schema xmlns:xsd="http://www.w3.org/2001/XMLSchema" xmlns:xs="http://www.w3.org/2001/XMLSchema" xmlns:p="http://schemas.microsoft.com/office/2006/metadata/properties" xmlns:ns2="5c89cccd-bd82-4d97-a16c-3eab6f31275a" xmlns:ns3="f84eabfb-5046-41f5-852e-70480f757433" xmlns:ns4="960ff8b9-28b0-4429-afb5-00c2ed758e5d" xmlns:ns5="52baa62a-70c2-4a7e-bd86-13640a43c346" targetNamespace="http://schemas.microsoft.com/office/2006/metadata/properties" ma:root="true" ma:fieldsID="de3a70d10d250ccb6314959b8f2f4b31" ns2:_="" ns3:_="" ns4:_="" ns5:_="">
    <xsd:import namespace="5c89cccd-bd82-4d97-a16c-3eab6f31275a"/>
    <xsd:import namespace="f84eabfb-5046-41f5-852e-70480f757433"/>
    <xsd:import namespace="960ff8b9-28b0-4429-afb5-00c2ed758e5d"/>
    <xsd:import namespace="52baa62a-70c2-4a7e-bd86-13640a43c3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3:SharingHintHash" minOccurs="0"/>
                <xsd:element ref="ns4:Workstream" minOccurs="0"/>
                <xsd:element ref="ns3:SharedWithDetails" minOccurs="0"/>
                <xsd:element ref="ns5:MediaServiceMetadata" minOccurs="0"/>
                <xsd:element ref="ns5:MediaServiceFastMetadata" minOccurs="0"/>
                <xsd:element ref="ns5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89cccd-bd82-4d97-a16c-3eab6f31275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4eabfb-5046-41f5-852e-70480f757433" elementFormDefault="qualified">
    <xsd:import namespace="http://schemas.microsoft.com/office/2006/documentManagement/types"/>
    <xsd:import namespace="http://schemas.microsoft.com/office/infopath/2007/PartnerControls"/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0ff8b9-28b0-4429-afb5-00c2ed758e5d" elementFormDefault="qualified">
    <xsd:import namespace="http://schemas.microsoft.com/office/2006/documentManagement/types"/>
    <xsd:import namespace="http://schemas.microsoft.com/office/infopath/2007/PartnerControls"/>
    <xsd:element name="Workstream" ma:index="13" nillable="true" ma:displayName="Workstream" ma:default="OPS" ma:format="Dropdown" ma:internalName="Workstream">
      <xsd:simpleType>
        <xsd:restriction base="dms:Choice">
          <xsd:enumeration value="STS"/>
          <xsd:enumeration value="OPS"/>
          <xsd:enumeration value="IBP"/>
          <xsd:enumeration value="ARC"/>
          <xsd:enumeration value="MDM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baa62a-70c2-4a7e-bd86-13640a43c3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C73E51-23A1-48A7-BFE4-C0549E11973D}">
  <ds:schemaRefs>
    <ds:schemaRef ds:uri="960ff8b9-28b0-4429-afb5-00c2ed758e5d"/>
    <ds:schemaRef ds:uri="f84eabfb-5046-41f5-852e-70480f757433"/>
    <ds:schemaRef ds:uri="http://purl.org/dc/terms/"/>
    <ds:schemaRef ds:uri="52baa62a-70c2-4a7e-bd86-13640a43c346"/>
    <ds:schemaRef ds:uri="5c89cccd-bd82-4d97-a16c-3eab6f31275a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9F08F05-4DB6-4AB5-BA86-3E437C44E1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89cccd-bd82-4d97-a16c-3eab6f31275a"/>
    <ds:schemaRef ds:uri="f84eabfb-5046-41f5-852e-70480f757433"/>
    <ds:schemaRef ds:uri="960ff8b9-28b0-4429-afb5-00c2ed758e5d"/>
    <ds:schemaRef ds:uri="52baa62a-70c2-4a7e-bd86-13640a43c3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B6E759-8925-4CD8-A17F-71B2C26851F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EAD686AF-3BC2-41DF-B84D-1B8D870546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625</Words>
  <Application>Microsoft Office PowerPoint</Application>
  <PresentationFormat>Custom</PresentationFormat>
  <Paragraphs>68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ABBvoiceOffice</vt:lpstr>
      <vt:lpstr>Symbol</vt:lpstr>
      <vt:lpstr>Wingdings</vt:lpstr>
      <vt:lpstr>ABB Master</vt:lpstr>
      <vt:lpstr>think-cell Slide</vt:lpstr>
      <vt:lpstr>Microsoft Excel Worksheet</vt:lpstr>
      <vt:lpstr>ABB FACE – R2 CLM – Fallback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</dc:creator>
  <cp:lastModifiedBy>Anil Kumar Burla, G.</cp:lastModifiedBy>
  <cp:revision>201</cp:revision>
  <dcterms:created xsi:type="dcterms:W3CDTF">2016-10-27T06:56:12Z</dcterms:created>
  <dcterms:modified xsi:type="dcterms:W3CDTF">2018-09-04T11:20:42Z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0x01010096F6CFA236B9544485CFE7632F5CE1DB</vt:lpwstr>
  </property>
  <property fmtid="{D5CDD505-2E9C-101B-9397-08002B2CF9AE}" pid="3" name="_dlc_DocIdItemGuid">
    <vt:lpwstr>fabbe3c7-d659-4222-9040-0d829626622a</vt:lpwstr>
  </property>
</Properties>
</file>